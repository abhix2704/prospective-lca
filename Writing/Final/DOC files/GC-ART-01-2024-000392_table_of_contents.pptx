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2879725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" userDrawn="1">
          <p15:clr>
            <a:srgbClr val="A4A3A4"/>
          </p15:clr>
        </p15:guide>
        <p15:guide id="2" pos="16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C5C5C5"/>
    <a:srgbClr val="D7D7D7"/>
    <a:srgbClr val="9F9F9F"/>
    <a:srgbClr val="CBCBCB"/>
    <a:srgbClr val="B4B4B4"/>
    <a:srgbClr val="E0E0E0"/>
    <a:srgbClr val="316220"/>
    <a:srgbClr val="41822A"/>
    <a:srgbClr val="52A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0" autoAdjust="0"/>
    <p:restoredTop sz="94660"/>
  </p:normalViewPr>
  <p:slideViewPr>
    <p:cSldViewPr snapToGrid="0" showGuides="1">
      <p:cViewPr varScale="1">
        <p:scale>
          <a:sx n="400" d="100"/>
          <a:sy n="400" d="100"/>
        </p:scale>
        <p:origin x="924" y="630"/>
      </p:cViewPr>
      <p:guideLst>
        <p:guide orient="horz" pos="227"/>
        <p:guide pos="16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24F89-2270-427F-9BB7-57C921A3C9D8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39044-1107-4821-9ED2-D202F1DF0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0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1pPr>
    <a:lvl2pPr marL="103647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2pPr>
    <a:lvl3pPr marL="207294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3pPr>
    <a:lvl4pPr marL="310942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4pPr>
    <a:lvl5pPr marL="414589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5pPr>
    <a:lvl6pPr marL="518236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6pPr>
    <a:lvl7pPr marL="621883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7pPr>
    <a:lvl8pPr marL="725531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8pPr>
    <a:lvl9pPr marL="829178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39044-1107-4821-9ED2-D202F1DF08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6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235644"/>
            <a:ext cx="21597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756262"/>
            <a:ext cx="21597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7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7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358966"/>
            <a:ext cx="248376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963575"/>
            <a:ext cx="248376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8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1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6659"/>
            <a:ext cx="2483763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352967"/>
            <a:ext cx="121825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525950"/>
            <a:ext cx="121825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352967"/>
            <a:ext cx="122425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525950"/>
            <a:ext cx="1224258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1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8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207314"/>
            <a:ext cx="1457861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7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207314"/>
            <a:ext cx="1457861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0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76660"/>
            <a:ext cx="62094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76660"/>
            <a:ext cx="1826826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76659"/>
            <a:ext cx="248376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383297"/>
            <a:ext cx="248376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334540"/>
            <a:ext cx="9719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0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78AC22-8AE3-4E0C-AE16-8E41A0C32807}"/>
              </a:ext>
            </a:extLst>
          </p:cNvPr>
          <p:cNvGrpSpPr/>
          <p:nvPr/>
        </p:nvGrpSpPr>
        <p:grpSpPr>
          <a:xfrm>
            <a:off x="-24764" y="-30340"/>
            <a:ext cx="2917506" cy="1488657"/>
            <a:chOff x="-24764" y="-30340"/>
            <a:chExt cx="2917506" cy="14886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8423097-AD09-EF4D-E5E9-D7F061AD728D}"/>
                </a:ext>
              </a:extLst>
            </p:cNvPr>
            <p:cNvSpPr txBox="1"/>
            <p:nvPr/>
          </p:nvSpPr>
          <p:spPr>
            <a:xfrm>
              <a:off x="2062342" y="148916"/>
              <a:ext cx="80533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−90%</a:t>
              </a:r>
              <a:endParaRPr lang="en-US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69BDC3-1371-A8B7-8C72-C3B927D924CF}"/>
                </a:ext>
              </a:extLst>
            </p:cNvPr>
            <p:cNvSpPr txBox="1"/>
            <p:nvPr/>
          </p:nvSpPr>
          <p:spPr>
            <a:xfrm>
              <a:off x="2061050" y="532029"/>
              <a:ext cx="80533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−10%</a:t>
              </a:r>
              <a:endParaRPr lang="en-US" sz="12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183C5C-E470-8B03-4603-B8CBF71ED483}"/>
                </a:ext>
              </a:extLst>
            </p:cNvPr>
            <p:cNvCxnSpPr>
              <a:cxnSpLocks/>
            </p:cNvCxnSpPr>
            <p:nvPr/>
          </p:nvCxnSpPr>
          <p:spPr>
            <a:xfrm>
              <a:off x="93345" y="280056"/>
              <a:ext cx="1992630" cy="0"/>
            </a:xfrm>
            <a:prstGeom prst="straightConnector1">
              <a:avLst/>
            </a:prstGeom>
            <a:ln cap="rnd">
              <a:solidFill>
                <a:schemeClr val="accent6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3644A2-A98F-753D-7D45-B5ADF23DBFB0}"/>
                </a:ext>
              </a:extLst>
            </p:cNvPr>
            <p:cNvSpPr txBox="1"/>
            <p:nvPr/>
          </p:nvSpPr>
          <p:spPr>
            <a:xfrm>
              <a:off x="-24764" y="350873"/>
              <a:ext cx="2171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pc="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Fos</a:t>
              </a:r>
              <a:r>
                <a:rPr lang="en-US" spc="4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sil</a:t>
              </a:r>
              <a:r>
                <a:rPr lang="en-US" spc="4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pc="4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</a:t>
              </a:r>
              <a:r>
                <a:rPr lang="en-US" spc="4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</a:t>
              </a:r>
              <a:endParaRPr lang="en-US" sz="900" baseline="-25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C25F9F-D5DC-903C-0214-23FB9DF62F58}"/>
                </a:ext>
              </a:extLst>
            </p:cNvPr>
            <p:cNvSpPr txBox="1"/>
            <p:nvPr/>
          </p:nvSpPr>
          <p:spPr>
            <a:xfrm>
              <a:off x="-24764" y="-30340"/>
              <a:ext cx="2171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pc="4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pc="400" dirty="0">
                  <a:solidFill>
                    <a:srgbClr val="CAEDB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pc="400" dirty="0">
                  <a:solidFill>
                    <a:srgbClr val="C5EBB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pc="400" dirty="0">
                  <a:solidFill>
                    <a:srgbClr val="BAE8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pc="400" dirty="0">
                  <a:solidFill>
                    <a:srgbClr val="AAE2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pc="4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pc="400" dirty="0">
                  <a:solidFill>
                    <a:srgbClr val="7DD3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pc="400" dirty="0">
                  <a:solidFill>
                    <a:srgbClr val="68CC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spc="400" dirty="0">
                  <a:solidFill>
                    <a:srgbClr val="57BB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</a:t>
              </a:r>
              <a:r>
                <a:rPr lang="en-US" spc="400" dirty="0">
                  <a:solidFill>
                    <a:srgbClr val="52A5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pc="400" dirty="0">
                  <a:solidFill>
                    <a:srgbClr val="4182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pc="400" dirty="0">
                  <a:solidFill>
                    <a:srgbClr val="316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</a:t>
              </a: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94C6D85-5F98-CC54-B529-E3ED0EF7E958}"/>
                </a:ext>
              </a:extLst>
            </p:cNvPr>
            <p:cNvGrpSpPr/>
            <p:nvPr/>
          </p:nvGrpSpPr>
          <p:grpSpPr>
            <a:xfrm>
              <a:off x="2539760" y="548934"/>
              <a:ext cx="352982" cy="203183"/>
              <a:chOff x="406515" y="1223271"/>
              <a:chExt cx="1179854" cy="679146"/>
            </a:xfrm>
          </p:grpSpPr>
          <p:sp>
            <p:nvSpPr>
              <p:cNvPr id="29" name="Freeform 39">
                <a:extLst>
                  <a:ext uri="{FF2B5EF4-FFF2-40B4-BE49-F238E27FC236}">
                    <a16:creationId xmlns:a16="http://schemas.microsoft.com/office/drawing/2014/main" id="{5050812F-EDBA-FB88-3649-A4DCC2509FF1}"/>
                  </a:ext>
                </a:extLst>
              </p:cNvPr>
              <p:cNvSpPr/>
              <p:nvPr/>
            </p:nvSpPr>
            <p:spPr>
              <a:xfrm>
                <a:off x="561409" y="1223271"/>
                <a:ext cx="801038" cy="570598"/>
              </a:xfrm>
              <a:custGeom>
                <a:avLst/>
                <a:gdLst>
                  <a:gd name="connsiteX0" fmla="*/ 484955 w 801038"/>
                  <a:gd name="connsiteY0" fmla="*/ 0 h 570598"/>
                  <a:gd name="connsiteX1" fmla="*/ 719139 w 801038"/>
                  <a:gd name="connsiteY1" fmla="*/ 234184 h 570598"/>
                  <a:gd name="connsiteX2" fmla="*/ 713016 w 801038"/>
                  <a:gd name="connsiteY2" fmla="*/ 264512 h 570598"/>
                  <a:gd name="connsiteX3" fmla="*/ 750011 w 801038"/>
                  <a:gd name="connsiteY3" fmla="*/ 288196 h 570598"/>
                  <a:gd name="connsiteX4" fmla="*/ 801038 w 801038"/>
                  <a:gd name="connsiteY4" fmla="*/ 405171 h 570598"/>
                  <a:gd name="connsiteX5" fmla="*/ 694635 w 801038"/>
                  <a:gd name="connsiteY5" fmla="*/ 557598 h 570598"/>
                  <a:gd name="connsiteX6" fmla="*/ 632231 w 801038"/>
                  <a:gd name="connsiteY6" fmla="*/ 569561 h 570598"/>
                  <a:gd name="connsiteX7" fmla="*/ 632231 w 801038"/>
                  <a:gd name="connsiteY7" fmla="*/ 569790 h 570598"/>
                  <a:gd name="connsiteX8" fmla="*/ 631037 w 801038"/>
                  <a:gd name="connsiteY8" fmla="*/ 569790 h 570598"/>
                  <a:gd name="connsiteX9" fmla="*/ 626822 w 801038"/>
                  <a:gd name="connsiteY9" fmla="*/ 570598 h 570598"/>
                  <a:gd name="connsiteX10" fmla="*/ 622607 w 801038"/>
                  <a:gd name="connsiteY10" fmla="*/ 569790 h 570598"/>
                  <a:gd name="connsiteX11" fmla="*/ 178431 w 801038"/>
                  <a:gd name="connsiteY11" fmla="*/ 569790 h 570598"/>
                  <a:gd name="connsiteX12" fmla="*/ 174216 w 801038"/>
                  <a:gd name="connsiteY12" fmla="*/ 570598 h 570598"/>
                  <a:gd name="connsiteX13" fmla="*/ 0 w 801038"/>
                  <a:gd name="connsiteY13" fmla="*/ 405171 h 570598"/>
                  <a:gd name="connsiteX14" fmla="*/ 106403 w 801038"/>
                  <a:gd name="connsiteY14" fmla="*/ 252744 h 570598"/>
                  <a:gd name="connsiteX15" fmla="*/ 113189 w 801038"/>
                  <a:gd name="connsiteY15" fmla="*/ 251443 h 570598"/>
                  <a:gd name="connsiteX16" fmla="*/ 114047 w 801038"/>
                  <a:gd name="connsiteY16" fmla="*/ 247193 h 570598"/>
                  <a:gd name="connsiteX17" fmla="*/ 238811 w 801038"/>
                  <a:gd name="connsiteY17" fmla="*/ 164494 h 570598"/>
                  <a:gd name="connsiteX18" fmla="*/ 261449 w 801038"/>
                  <a:gd name="connsiteY18" fmla="*/ 167916 h 570598"/>
                  <a:gd name="connsiteX19" fmla="*/ 269174 w 801038"/>
                  <a:gd name="connsiteY19" fmla="*/ 143029 h 570598"/>
                  <a:gd name="connsiteX20" fmla="*/ 484955 w 801038"/>
                  <a:gd name="connsiteY20" fmla="*/ 0 h 570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01038" h="570598">
                    <a:moveTo>
                      <a:pt x="484955" y="0"/>
                    </a:moveTo>
                    <a:cubicBezTo>
                      <a:pt x="614291" y="0"/>
                      <a:pt x="719139" y="104848"/>
                      <a:pt x="719139" y="234184"/>
                    </a:cubicBezTo>
                    <a:lnTo>
                      <a:pt x="713016" y="264512"/>
                    </a:lnTo>
                    <a:lnTo>
                      <a:pt x="750011" y="288196"/>
                    </a:lnTo>
                    <a:cubicBezTo>
                      <a:pt x="781538" y="318133"/>
                      <a:pt x="801038" y="359490"/>
                      <a:pt x="801038" y="405171"/>
                    </a:cubicBezTo>
                    <a:cubicBezTo>
                      <a:pt x="801038" y="473693"/>
                      <a:pt x="757164" y="532485"/>
                      <a:pt x="694635" y="557598"/>
                    </a:cubicBezTo>
                    <a:lnTo>
                      <a:pt x="632231" y="569561"/>
                    </a:lnTo>
                    <a:lnTo>
                      <a:pt x="632231" y="569790"/>
                    </a:lnTo>
                    <a:lnTo>
                      <a:pt x="631037" y="569790"/>
                    </a:lnTo>
                    <a:lnTo>
                      <a:pt x="626822" y="570598"/>
                    </a:lnTo>
                    <a:lnTo>
                      <a:pt x="622607" y="569790"/>
                    </a:lnTo>
                    <a:lnTo>
                      <a:pt x="178431" y="569790"/>
                    </a:lnTo>
                    <a:lnTo>
                      <a:pt x="174216" y="570598"/>
                    </a:lnTo>
                    <a:cubicBezTo>
                      <a:pt x="77999" y="570598"/>
                      <a:pt x="0" y="496534"/>
                      <a:pt x="0" y="405171"/>
                    </a:cubicBezTo>
                    <a:cubicBezTo>
                      <a:pt x="0" y="336649"/>
                      <a:pt x="43874" y="277857"/>
                      <a:pt x="106403" y="252744"/>
                    </a:cubicBezTo>
                    <a:lnTo>
                      <a:pt x="113189" y="251443"/>
                    </a:lnTo>
                    <a:lnTo>
                      <a:pt x="114047" y="247193"/>
                    </a:lnTo>
                    <a:cubicBezTo>
                      <a:pt x="134602" y="198594"/>
                      <a:pt x="182725" y="164494"/>
                      <a:pt x="238811" y="164494"/>
                    </a:cubicBezTo>
                    <a:lnTo>
                      <a:pt x="261449" y="167916"/>
                    </a:lnTo>
                    <a:lnTo>
                      <a:pt x="269174" y="143029"/>
                    </a:lnTo>
                    <a:cubicBezTo>
                      <a:pt x="304726" y="58977"/>
                      <a:pt x="387953" y="0"/>
                      <a:pt x="484955" y="0"/>
                    </a:cubicBezTo>
                    <a:close/>
                  </a:path>
                </a:pathLst>
              </a:custGeom>
              <a:noFill/>
              <a:ln w="12700">
                <a:solidFill>
                  <a:srgbClr val="FF57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5DFE3C-B656-8AAE-3ABA-CC539B572284}"/>
                  </a:ext>
                </a:extLst>
              </p:cNvPr>
              <p:cNvSpPr txBox="1"/>
              <p:nvPr/>
            </p:nvSpPr>
            <p:spPr>
              <a:xfrm>
                <a:off x="406515" y="1233726"/>
                <a:ext cx="1179854" cy="66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700" b="1" dirty="0">
                    <a:solidFill>
                      <a:srgbClr val="FF575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</a:t>
                </a:r>
                <a:r>
                  <a:rPr lang="es-ES" sz="700" b="1" baseline="-25000" dirty="0">
                    <a:solidFill>
                      <a:srgbClr val="FF575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700" b="1" baseline="-25000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4E454B-8329-AF95-00CD-4C3F1B6403BC}"/>
                </a:ext>
              </a:extLst>
            </p:cNvPr>
            <p:cNvGrpSpPr/>
            <p:nvPr/>
          </p:nvGrpSpPr>
          <p:grpSpPr>
            <a:xfrm>
              <a:off x="2537855" y="168897"/>
              <a:ext cx="352982" cy="203183"/>
              <a:chOff x="400147" y="1223271"/>
              <a:chExt cx="1179854" cy="679146"/>
            </a:xfrm>
          </p:grpSpPr>
          <p:sp>
            <p:nvSpPr>
              <p:cNvPr id="32" name="Freeform 39">
                <a:extLst>
                  <a:ext uri="{FF2B5EF4-FFF2-40B4-BE49-F238E27FC236}">
                    <a16:creationId xmlns:a16="http://schemas.microsoft.com/office/drawing/2014/main" id="{D3E860C6-6E40-6320-3CC5-9A2BDC147CB5}"/>
                  </a:ext>
                </a:extLst>
              </p:cNvPr>
              <p:cNvSpPr/>
              <p:nvPr/>
            </p:nvSpPr>
            <p:spPr>
              <a:xfrm>
                <a:off x="561409" y="1223271"/>
                <a:ext cx="801038" cy="570598"/>
              </a:xfrm>
              <a:custGeom>
                <a:avLst/>
                <a:gdLst>
                  <a:gd name="connsiteX0" fmla="*/ 484955 w 801038"/>
                  <a:gd name="connsiteY0" fmla="*/ 0 h 570598"/>
                  <a:gd name="connsiteX1" fmla="*/ 719139 w 801038"/>
                  <a:gd name="connsiteY1" fmla="*/ 234184 h 570598"/>
                  <a:gd name="connsiteX2" fmla="*/ 713016 w 801038"/>
                  <a:gd name="connsiteY2" fmla="*/ 264512 h 570598"/>
                  <a:gd name="connsiteX3" fmla="*/ 750011 w 801038"/>
                  <a:gd name="connsiteY3" fmla="*/ 288196 h 570598"/>
                  <a:gd name="connsiteX4" fmla="*/ 801038 w 801038"/>
                  <a:gd name="connsiteY4" fmla="*/ 405171 h 570598"/>
                  <a:gd name="connsiteX5" fmla="*/ 694635 w 801038"/>
                  <a:gd name="connsiteY5" fmla="*/ 557598 h 570598"/>
                  <a:gd name="connsiteX6" fmla="*/ 632231 w 801038"/>
                  <a:gd name="connsiteY6" fmla="*/ 569561 h 570598"/>
                  <a:gd name="connsiteX7" fmla="*/ 632231 w 801038"/>
                  <a:gd name="connsiteY7" fmla="*/ 569790 h 570598"/>
                  <a:gd name="connsiteX8" fmla="*/ 631037 w 801038"/>
                  <a:gd name="connsiteY8" fmla="*/ 569790 h 570598"/>
                  <a:gd name="connsiteX9" fmla="*/ 626822 w 801038"/>
                  <a:gd name="connsiteY9" fmla="*/ 570598 h 570598"/>
                  <a:gd name="connsiteX10" fmla="*/ 622607 w 801038"/>
                  <a:gd name="connsiteY10" fmla="*/ 569790 h 570598"/>
                  <a:gd name="connsiteX11" fmla="*/ 178431 w 801038"/>
                  <a:gd name="connsiteY11" fmla="*/ 569790 h 570598"/>
                  <a:gd name="connsiteX12" fmla="*/ 174216 w 801038"/>
                  <a:gd name="connsiteY12" fmla="*/ 570598 h 570598"/>
                  <a:gd name="connsiteX13" fmla="*/ 0 w 801038"/>
                  <a:gd name="connsiteY13" fmla="*/ 405171 h 570598"/>
                  <a:gd name="connsiteX14" fmla="*/ 106403 w 801038"/>
                  <a:gd name="connsiteY14" fmla="*/ 252744 h 570598"/>
                  <a:gd name="connsiteX15" fmla="*/ 113189 w 801038"/>
                  <a:gd name="connsiteY15" fmla="*/ 251443 h 570598"/>
                  <a:gd name="connsiteX16" fmla="*/ 114047 w 801038"/>
                  <a:gd name="connsiteY16" fmla="*/ 247193 h 570598"/>
                  <a:gd name="connsiteX17" fmla="*/ 238811 w 801038"/>
                  <a:gd name="connsiteY17" fmla="*/ 164494 h 570598"/>
                  <a:gd name="connsiteX18" fmla="*/ 261449 w 801038"/>
                  <a:gd name="connsiteY18" fmla="*/ 167916 h 570598"/>
                  <a:gd name="connsiteX19" fmla="*/ 269174 w 801038"/>
                  <a:gd name="connsiteY19" fmla="*/ 143029 h 570598"/>
                  <a:gd name="connsiteX20" fmla="*/ 484955 w 801038"/>
                  <a:gd name="connsiteY20" fmla="*/ 0 h 570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01038" h="570598">
                    <a:moveTo>
                      <a:pt x="484955" y="0"/>
                    </a:moveTo>
                    <a:cubicBezTo>
                      <a:pt x="614291" y="0"/>
                      <a:pt x="719139" y="104848"/>
                      <a:pt x="719139" y="234184"/>
                    </a:cubicBezTo>
                    <a:lnTo>
                      <a:pt x="713016" y="264512"/>
                    </a:lnTo>
                    <a:lnTo>
                      <a:pt x="750011" y="288196"/>
                    </a:lnTo>
                    <a:cubicBezTo>
                      <a:pt x="781538" y="318133"/>
                      <a:pt x="801038" y="359490"/>
                      <a:pt x="801038" y="405171"/>
                    </a:cubicBezTo>
                    <a:cubicBezTo>
                      <a:pt x="801038" y="473693"/>
                      <a:pt x="757164" y="532485"/>
                      <a:pt x="694635" y="557598"/>
                    </a:cubicBezTo>
                    <a:lnTo>
                      <a:pt x="632231" y="569561"/>
                    </a:lnTo>
                    <a:lnTo>
                      <a:pt x="632231" y="569790"/>
                    </a:lnTo>
                    <a:lnTo>
                      <a:pt x="631037" y="569790"/>
                    </a:lnTo>
                    <a:lnTo>
                      <a:pt x="626822" y="570598"/>
                    </a:lnTo>
                    <a:lnTo>
                      <a:pt x="622607" y="569790"/>
                    </a:lnTo>
                    <a:lnTo>
                      <a:pt x="178431" y="569790"/>
                    </a:lnTo>
                    <a:lnTo>
                      <a:pt x="174216" y="570598"/>
                    </a:lnTo>
                    <a:cubicBezTo>
                      <a:pt x="77999" y="570598"/>
                      <a:pt x="0" y="496534"/>
                      <a:pt x="0" y="405171"/>
                    </a:cubicBezTo>
                    <a:cubicBezTo>
                      <a:pt x="0" y="336649"/>
                      <a:pt x="43874" y="277857"/>
                      <a:pt x="106403" y="252744"/>
                    </a:cubicBezTo>
                    <a:lnTo>
                      <a:pt x="113189" y="251443"/>
                    </a:lnTo>
                    <a:lnTo>
                      <a:pt x="114047" y="247193"/>
                    </a:lnTo>
                    <a:cubicBezTo>
                      <a:pt x="134602" y="198594"/>
                      <a:pt x="182725" y="164494"/>
                      <a:pt x="238811" y="164494"/>
                    </a:cubicBezTo>
                    <a:lnTo>
                      <a:pt x="261449" y="167916"/>
                    </a:lnTo>
                    <a:lnTo>
                      <a:pt x="269174" y="143029"/>
                    </a:lnTo>
                    <a:cubicBezTo>
                      <a:pt x="304726" y="58977"/>
                      <a:pt x="387953" y="0"/>
                      <a:pt x="484955" y="0"/>
                    </a:cubicBezTo>
                    <a:close/>
                  </a:path>
                </a:pathLst>
              </a:custGeom>
              <a:noFill/>
              <a:ln w="12700">
                <a:solidFill>
                  <a:srgbClr val="FF57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F821A0-85BF-6B75-724D-5D40D57A5F5B}"/>
                  </a:ext>
                </a:extLst>
              </p:cNvPr>
              <p:cNvSpPr txBox="1"/>
              <p:nvPr/>
            </p:nvSpPr>
            <p:spPr>
              <a:xfrm>
                <a:off x="400147" y="1233726"/>
                <a:ext cx="1179854" cy="66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700" b="1" dirty="0">
                    <a:solidFill>
                      <a:srgbClr val="FF575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</a:t>
                </a:r>
                <a:r>
                  <a:rPr lang="es-ES" sz="700" b="1" baseline="-25000" dirty="0">
                    <a:solidFill>
                      <a:srgbClr val="FF575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700" b="1" baseline="-25000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D702468-33C1-95B8-16A3-113E064F2CCD}"/>
                </a:ext>
              </a:extLst>
            </p:cNvPr>
            <p:cNvGrpSpPr/>
            <p:nvPr/>
          </p:nvGrpSpPr>
          <p:grpSpPr>
            <a:xfrm>
              <a:off x="-22174" y="1100538"/>
              <a:ext cx="383439" cy="357779"/>
              <a:chOff x="2591" y="1089108"/>
              <a:chExt cx="383439" cy="35777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A2EC7A-565B-58C7-4DFE-8816D578A418}"/>
                  </a:ext>
                </a:extLst>
              </p:cNvPr>
              <p:cNvSpPr txBox="1"/>
              <p:nvPr/>
            </p:nvSpPr>
            <p:spPr>
              <a:xfrm>
                <a:off x="2591" y="1246832"/>
                <a:ext cx="3834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2020</a:t>
                </a: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324547CC-8E6A-5B13-60F0-01C2F296E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343" y="1089108"/>
                <a:ext cx="167003" cy="200055"/>
              </a:xfrm>
              <a:prstGeom prst="rect">
                <a:avLst/>
              </a:prstGeom>
            </p:spPr>
          </p:pic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83D45F-7733-37DC-32D0-042025016995}"/>
                </a:ext>
              </a:extLst>
            </p:cNvPr>
            <p:cNvSpPr txBox="1"/>
            <p:nvPr/>
          </p:nvSpPr>
          <p:spPr>
            <a:xfrm>
              <a:off x="-10242" y="833075"/>
              <a:ext cx="1553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pc="40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sz="700" b="1" spc="200" dirty="0">
                  <a:solidFill>
                    <a:schemeClr val="tx1"/>
                  </a:solidFill>
                </a:rPr>
                <a:t>Climate policies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4F5623-D164-6B54-95E9-3DCA208FCFF5}"/>
                </a:ext>
              </a:extLst>
            </p:cNvPr>
            <p:cNvGrpSpPr/>
            <p:nvPr/>
          </p:nvGrpSpPr>
          <p:grpSpPr>
            <a:xfrm>
              <a:off x="808793" y="1023183"/>
              <a:ext cx="383439" cy="435134"/>
              <a:chOff x="841813" y="1011753"/>
              <a:chExt cx="383439" cy="435134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788515-4C07-9999-81E3-35871F31D652}"/>
                  </a:ext>
                </a:extLst>
              </p:cNvPr>
              <p:cNvSpPr txBox="1"/>
              <p:nvPr/>
            </p:nvSpPr>
            <p:spPr>
              <a:xfrm>
                <a:off x="841813" y="1246832"/>
                <a:ext cx="3834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2030</a:t>
                </a: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133AD86-8F1A-947C-3F22-C488359FD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085" y="1011753"/>
                <a:ext cx="231578" cy="277411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FE7F8B3-0DD7-1CEC-2521-426F3748106B}"/>
                </a:ext>
              </a:extLst>
            </p:cNvPr>
            <p:cNvGrpSpPr/>
            <p:nvPr/>
          </p:nvGrpSpPr>
          <p:grpSpPr>
            <a:xfrm>
              <a:off x="1639760" y="954067"/>
              <a:ext cx="383439" cy="504250"/>
              <a:chOff x="1648650" y="942637"/>
              <a:chExt cx="383439" cy="50425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2A75E9-C305-157C-09A1-47A843DD1A3A}"/>
                  </a:ext>
                </a:extLst>
              </p:cNvPr>
              <p:cNvSpPr txBox="1"/>
              <p:nvPr/>
            </p:nvSpPr>
            <p:spPr>
              <a:xfrm>
                <a:off x="1648650" y="1246832"/>
                <a:ext cx="3834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2040</a:t>
                </a:r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D78B6E5D-0D50-EC3C-9437-C0465B82E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1925" y="942637"/>
                <a:ext cx="289275" cy="346527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7CA5BA-AE34-8F31-3F63-3020DC6B4734}"/>
                </a:ext>
              </a:extLst>
            </p:cNvPr>
            <p:cNvGrpSpPr/>
            <p:nvPr/>
          </p:nvGrpSpPr>
          <p:grpSpPr>
            <a:xfrm>
              <a:off x="2470727" y="878582"/>
              <a:ext cx="383439" cy="579735"/>
              <a:chOff x="2495492" y="867152"/>
              <a:chExt cx="383439" cy="57973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AA5B8A-6F79-A40B-3576-8FC5049B5E53}"/>
                  </a:ext>
                </a:extLst>
              </p:cNvPr>
              <p:cNvSpPr txBox="1"/>
              <p:nvPr/>
            </p:nvSpPr>
            <p:spPr>
              <a:xfrm>
                <a:off x="2495492" y="1246832"/>
                <a:ext cx="3834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2050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7C1532A5-FF51-0795-571E-DE22C9000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4302" y="867152"/>
                <a:ext cx="352289" cy="422012"/>
              </a:xfrm>
              <a:prstGeom prst="rect">
                <a:avLst/>
              </a:prstGeom>
            </p:spPr>
          </p:pic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8A7CAE8-F7B9-1D0B-5541-CD486EB780C4}"/>
                </a:ext>
              </a:extLst>
            </p:cNvPr>
            <p:cNvCxnSpPr>
              <a:cxnSpLocks/>
            </p:cNvCxnSpPr>
            <p:nvPr/>
          </p:nvCxnSpPr>
          <p:spPr>
            <a:xfrm>
              <a:off x="93345" y="665094"/>
              <a:ext cx="1992630" cy="0"/>
            </a:xfrm>
            <a:prstGeom prst="straightConnector1">
              <a:avLst/>
            </a:prstGeom>
            <a:ln cap="rnd">
              <a:solidFill>
                <a:schemeClr val="bg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CB3EC7-2ECD-AB65-81AA-FDFEDC5933FA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361265" y="1358290"/>
              <a:ext cx="447528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68900EC-8A92-1A91-C1F8-FFE44BAB1224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>
              <a:off x="1192232" y="1358290"/>
              <a:ext cx="447528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41C938-ACAB-D52F-8CEB-3CCF8D2AF48B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2023199" y="1358290"/>
              <a:ext cx="447528" cy="0"/>
            </a:xfrm>
            <a:prstGeom prst="line">
              <a:avLst/>
            </a:prstGeom>
            <a:ln w="15875" cap="rnd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6945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Fernandez  Antonio José</dc:creator>
  <cp:lastModifiedBy>Nabera  Abhinandan</cp:lastModifiedBy>
  <cp:revision>8</cp:revision>
  <dcterms:created xsi:type="dcterms:W3CDTF">2024-01-18T10:02:00Z</dcterms:created>
  <dcterms:modified xsi:type="dcterms:W3CDTF">2024-01-18T20:08:52Z</dcterms:modified>
</cp:coreProperties>
</file>