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FB7B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A439-A59A-4D23-A057-434E210E3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CEC2C-F978-47FD-9FDF-1EA017BF0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B5866-C5E2-41F1-B7B8-DC69FD3E0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70D8F-8EBE-4BDB-9913-7074BB7F820D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AA590-BD8C-41BE-8B6D-0112643E7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D4516-15C6-4919-A2D9-C53E0249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C529-9D82-4321-976C-CD1ED46D8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34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C6F16-04C8-498F-B413-C7F53C542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BC27C-B20F-41EA-A23B-E3FC0AB67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70B2C-C129-4A5B-9775-964EF812C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70D8F-8EBE-4BDB-9913-7074BB7F820D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CB911-635F-4136-BD13-4182186DC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1B78A-75E6-4CF3-8C17-C02102D0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C529-9D82-4321-976C-CD1ED46D8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712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3C269-255F-43C8-BCB9-7D8278A1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F993A-CAD4-4293-A48E-4AFF381DB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3060C-2B99-49D6-BB2E-C753AB82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70D8F-8EBE-4BDB-9913-7074BB7F820D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BC411-118C-4384-BE86-6EC0828EA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5E68-9574-494A-B110-08BDC9A3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C529-9D82-4321-976C-CD1ED46D8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089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9711-EA53-4523-BE5C-AD1DD064A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BEF7B-BCFE-4F9E-ADB2-AF15B834D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4B850-1CD7-494A-9CD8-A27248A96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16E08-E744-4B9F-AA47-C0B837227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70D8F-8EBE-4BDB-9913-7074BB7F820D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7BFE0-9AAA-4199-877C-342F23B26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7A838-0789-43C1-8AC2-EF02BC4C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C529-9D82-4321-976C-CD1ED46D8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926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0663A-74ED-46AF-9F45-75C1582B9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EBA3B-E5AB-4D9D-B0BF-5DAF17D85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86D52-8A99-4D29-8409-9ED3EB5EA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6A977-214E-4526-95FC-D05D5D083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232EAF-FBE3-4A40-B922-7AA70EEAA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55C06-23E3-4EF2-9230-EA96BD355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70D8F-8EBE-4BDB-9913-7074BB7F820D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C6CB33-A621-43CC-9710-10C449CD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7A95DD-7164-4826-BE0F-AD355D423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C529-9D82-4321-976C-CD1ED46D8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387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D193-480D-4C7D-8A52-9E32E347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FBA14C-4FBB-4ACC-98C1-BD996A927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70D8F-8EBE-4BDB-9913-7074BB7F820D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2B466-9F16-4D41-99D4-7973B74F4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1C0C1-8EC1-4F2F-865B-4A5E7D9D8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C529-9D82-4321-976C-CD1ED46D8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238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0C9AC5-7A5B-47FF-83E1-F2B1068F5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70D8F-8EBE-4BDB-9913-7074BB7F820D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C590E-01EE-4F07-8E61-E478E7C4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40BFE-70F0-4C66-9861-26386E57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C529-9D82-4321-976C-CD1ED46D8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109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F05C-C752-44BE-A8B0-8ACDE1806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CFB64-E086-48F7-A4E4-735BE9A51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4E127-2D76-4818-A114-843AFE72D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77677-A005-4F6C-8687-7E6C2B515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70D8F-8EBE-4BDB-9913-7074BB7F820D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A89D-AEAD-4C15-9E9D-8498BEE7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6AE82-F917-4B40-BF78-6EB06EEE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C529-9D82-4321-976C-CD1ED46D8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0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C0DF-984D-4CB6-872C-6E17300F2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3C4178-518C-4C90-B8A5-C6E7B595B7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37B1F-1DA4-4C60-8B38-7D84D8DF3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5E6BB-2DB5-477E-BAED-15267FAC8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70D8F-8EBE-4BDB-9913-7074BB7F820D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278FC-C787-4DC3-BD1F-7CBB7C76B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23022-D82A-4F0D-8F11-2479226F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C529-9D82-4321-976C-CD1ED46D8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0194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29BFC-3936-413A-9727-0682CDDBE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534B6-F3B2-401A-A222-8A7ACEC01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34812-79A3-40A7-9ABB-B6215C3C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70D8F-8EBE-4BDB-9913-7074BB7F820D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7A239-9BCA-4EE9-8A2F-A5155E617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20C9C-1B95-472C-BFEE-67A730271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C529-9D82-4321-976C-CD1ED46D8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146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C0DDE4-D7EF-4E9C-8766-B3D743E27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63BB13-CF80-41FE-A2F7-8C870EBD6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0D044-1B8E-4418-B023-E6AABC042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70D8F-8EBE-4BDB-9913-7074BB7F820D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163FE-2F71-4FBA-A4CD-D5175CA16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DC0A6-FEC4-4353-894C-5B6CB068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C529-9D82-4321-976C-CD1ED46D8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92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7A9D60-39B4-4F18-B7C7-68FA2166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6D3AC-B59F-4707-9D03-E7D0138CE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BDC50-E97A-4B4A-9A9F-0B1FFD9B8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70D8F-8EBE-4BDB-9913-7074BB7F820D}" type="datetimeFigureOut">
              <a:rPr lang="en-GB" smtClean="0"/>
              <a:t>03/01/2024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FE9AD-C786-4089-AE37-B0CFEBEF9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FC01A-3538-4467-8183-E06DB4B4B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7C529-9D82-4321-976C-CD1ED46D8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813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372DEB-0AF3-4CED-A366-408906F4437B}"/>
              </a:ext>
            </a:extLst>
          </p:cNvPr>
          <p:cNvSpPr/>
          <p:nvPr/>
        </p:nvSpPr>
        <p:spPr>
          <a:xfrm>
            <a:off x="4993847" y="2051618"/>
            <a:ext cx="2204305" cy="90747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Fossil route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E62ACCF-7C7E-4628-99C8-F3DDA5CE2B73}"/>
              </a:ext>
            </a:extLst>
          </p:cNvPr>
          <p:cNvCxnSpPr>
            <a:endCxn id="4" idx="1"/>
          </p:cNvCxnSpPr>
          <p:nvPr/>
        </p:nvCxnSpPr>
        <p:spPr>
          <a:xfrm>
            <a:off x="3722255" y="2505354"/>
            <a:ext cx="1271592" cy="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911F1EB7-6B75-43AD-9E53-19F52E0BE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9855" y="2316586"/>
            <a:ext cx="152400" cy="66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E9D3A7-69E8-4314-A3FB-95D23AC5DE4D}"/>
              </a:ext>
            </a:extLst>
          </p:cNvPr>
          <p:cNvSpPr txBox="1"/>
          <p:nvPr/>
        </p:nvSpPr>
        <p:spPr>
          <a:xfrm>
            <a:off x="3674123" y="2211425"/>
            <a:ext cx="1293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Natural gas feed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4C549E-A58D-4EEE-8B08-69AA40690FFB}"/>
              </a:ext>
            </a:extLst>
          </p:cNvPr>
          <p:cNvSpPr txBox="1"/>
          <p:nvPr/>
        </p:nvSpPr>
        <p:spPr>
          <a:xfrm>
            <a:off x="5476723" y="1465011"/>
            <a:ext cx="1293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Grid electricity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126A3E-6FBA-4AB0-87D9-2B1F5B33F525}"/>
              </a:ext>
            </a:extLst>
          </p:cNvPr>
          <p:cNvCxnSpPr>
            <a:cxnSpLocks/>
          </p:cNvCxnSpPr>
          <p:nvPr/>
        </p:nvCxnSpPr>
        <p:spPr>
          <a:xfrm>
            <a:off x="5283200" y="1163098"/>
            <a:ext cx="0" cy="880826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81E4A045-CDF3-40ED-885B-88F547A63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2815" y="1570172"/>
            <a:ext cx="152400" cy="6667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95230B5-8106-46F2-8B07-BC4031ED3863}"/>
              </a:ext>
            </a:extLst>
          </p:cNvPr>
          <p:cNvCxnSpPr>
            <a:cxnSpLocks/>
          </p:cNvCxnSpPr>
          <p:nvPr/>
        </p:nvCxnSpPr>
        <p:spPr>
          <a:xfrm>
            <a:off x="6793781" y="1170792"/>
            <a:ext cx="0" cy="880826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6CFBB9A-9737-43AC-B08D-944113990342}"/>
              </a:ext>
            </a:extLst>
          </p:cNvPr>
          <p:cNvSpPr txBox="1"/>
          <p:nvPr/>
        </p:nvSpPr>
        <p:spPr>
          <a:xfrm>
            <a:off x="7004196" y="1470685"/>
            <a:ext cx="1293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Other utilities (</a:t>
            </a:r>
            <a:r>
              <a:rPr lang="en-GB" sz="1200" i="1" dirty="0"/>
              <a:t>e.g.</a:t>
            </a:r>
            <a:r>
              <a:rPr lang="en-GB" sz="1200" dirty="0"/>
              <a:t>, cooling water, catalysts)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20DCCC0-4B79-4028-8C81-0FD4DCD336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96675" y="1564786"/>
            <a:ext cx="152400" cy="66675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75CBC8-C47A-4DE4-83FE-97176723E153}"/>
              </a:ext>
            </a:extLst>
          </p:cNvPr>
          <p:cNvCxnSpPr/>
          <p:nvPr/>
        </p:nvCxnSpPr>
        <p:spPr>
          <a:xfrm>
            <a:off x="7198152" y="2488424"/>
            <a:ext cx="1271592" cy="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2F585D8-9622-4C30-ADB9-7E2F4537CA76}"/>
              </a:ext>
            </a:extLst>
          </p:cNvPr>
          <p:cNvSpPr txBox="1"/>
          <p:nvPr/>
        </p:nvSpPr>
        <p:spPr>
          <a:xfrm>
            <a:off x="7410234" y="2492319"/>
            <a:ext cx="1293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Direct emissions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6737775-4D59-408C-A2C8-38BD9CFE5D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13250" y="2597480"/>
            <a:ext cx="152400" cy="6667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3AC34240-BA97-45B7-B88C-35B2F38FB645}"/>
              </a:ext>
            </a:extLst>
          </p:cNvPr>
          <p:cNvGrpSpPr/>
          <p:nvPr/>
        </p:nvGrpSpPr>
        <p:grpSpPr>
          <a:xfrm>
            <a:off x="6173091" y="3057283"/>
            <a:ext cx="1474505" cy="276999"/>
            <a:chOff x="5218548" y="4901183"/>
            <a:chExt cx="1655041" cy="27699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E6C058F-246F-4158-9158-5CE3633EB267}"/>
                </a:ext>
              </a:extLst>
            </p:cNvPr>
            <p:cNvSpPr txBox="1"/>
            <p:nvPr/>
          </p:nvSpPr>
          <p:spPr>
            <a:xfrm>
              <a:off x="5318408" y="4901183"/>
              <a:ext cx="15551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Natural gas utilities</a:t>
              </a: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82C52250-BD1D-4E7B-AFDB-CDD6C8A6C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218548" y="5006344"/>
              <a:ext cx="152400" cy="66675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08A3AD9-72BD-4A89-BF97-D5A48E87CDAA}"/>
              </a:ext>
            </a:extLst>
          </p:cNvPr>
          <p:cNvSpPr txBox="1"/>
          <p:nvPr/>
        </p:nvSpPr>
        <p:spPr>
          <a:xfrm>
            <a:off x="5617764" y="4604569"/>
            <a:ext cx="932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Natural gas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D2E0690-E00C-4236-BDDD-AED32C3735A5}"/>
              </a:ext>
            </a:extLst>
          </p:cNvPr>
          <p:cNvSpPr/>
          <p:nvPr/>
        </p:nvSpPr>
        <p:spPr>
          <a:xfrm>
            <a:off x="4570841" y="3540024"/>
            <a:ext cx="1259172" cy="61301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Heat</a:t>
            </a:r>
          </a:p>
          <a:p>
            <a:pPr algn="ctr"/>
            <a:r>
              <a:rPr lang="en-GB" sz="1200" dirty="0"/>
              <a:t>production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84C0BD7-46A4-458B-B6B5-A3A5F1C0ECFB}"/>
              </a:ext>
            </a:extLst>
          </p:cNvPr>
          <p:cNvSpPr/>
          <p:nvPr/>
        </p:nvSpPr>
        <p:spPr>
          <a:xfrm>
            <a:off x="6314536" y="3540024"/>
            <a:ext cx="1259172" cy="61301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Electricity</a:t>
            </a:r>
          </a:p>
          <a:p>
            <a:pPr algn="ctr"/>
            <a:r>
              <a:rPr lang="en-GB" sz="1200" dirty="0"/>
              <a:t>production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48AEDF2-C81F-40B2-A1FE-98CCE4040071}"/>
              </a:ext>
            </a:extLst>
          </p:cNvPr>
          <p:cNvSpPr/>
          <p:nvPr/>
        </p:nvSpPr>
        <p:spPr>
          <a:xfrm>
            <a:off x="4133765" y="3368351"/>
            <a:ext cx="3924466" cy="1978354"/>
          </a:xfrm>
          <a:prstGeom prst="roundRect">
            <a:avLst/>
          </a:prstGeom>
          <a:noFill/>
          <a:ln>
            <a:solidFill>
              <a:srgbClr val="80808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C6D576A-E7B2-479A-8A26-5AE99CFA30BD}"/>
              </a:ext>
            </a:extLst>
          </p:cNvPr>
          <p:cNvCxnSpPr>
            <a:cxnSpLocks/>
            <a:stCxn id="30" idx="0"/>
            <a:endCxn id="4" idx="2"/>
          </p:cNvCxnSpPr>
          <p:nvPr/>
        </p:nvCxnSpPr>
        <p:spPr>
          <a:xfrm flipV="1">
            <a:off x="6095998" y="2959091"/>
            <a:ext cx="2" cy="40926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892F130-0616-4FF1-88BF-8D1F906FA898}"/>
              </a:ext>
            </a:extLst>
          </p:cNvPr>
          <p:cNvCxnSpPr>
            <a:cxnSpLocks/>
          </p:cNvCxnSpPr>
          <p:nvPr/>
        </p:nvCxnSpPr>
        <p:spPr>
          <a:xfrm>
            <a:off x="4806167" y="4153037"/>
            <a:ext cx="0" cy="72853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EBA2E1-1762-41AA-ABD3-849B6E5C3EF9}"/>
              </a:ext>
            </a:extLst>
          </p:cNvPr>
          <p:cNvSpPr txBox="1"/>
          <p:nvPr/>
        </p:nvSpPr>
        <p:spPr>
          <a:xfrm>
            <a:off x="4231248" y="4842686"/>
            <a:ext cx="1293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Direct emissions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7ECCA1B-5BB3-4E29-8265-78F753004594}"/>
              </a:ext>
            </a:extLst>
          </p:cNvPr>
          <p:cNvCxnSpPr>
            <a:cxnSpLocks/>
          </p:cNvCxnSpPr>
          <p:nvPr/>
        </p:nvCxnSpPr>
        <p:spPr>
          <a:xfrm>
            <a:off x="7321134" y="4153037"/>
            <a:ext cx="0" cy="72853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C5E7442-A76B-4191-B8AE-1B801241EFE4}"/>
              </a:ext>
            </a:extLst>
          </p:cNvPr>
          <p:cNvSpPr txBox="1"/>
          <p:nvPr/>
        </p:nvSpPr>
        <p:spPr>
          <a:xfrm>
            <a:off x="6676023" y="4837137"/>
            <a:ext cx="1293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Direct emissions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DBA0EB5-5E09-4906-AAD3-5419B869A14A}"/>
              </a:ext>
            </a:extLst>
          </p:cNvPr>
          <p:cNvGrpSpPr/>
          <p:nvPr/>
        </p:nvGrpSpPr>
        <p:grpSpPr>
          <a:xfrm>
            <a:off x="5200427" y="4153037"/>
            <a:ext cx="1743694" cy="451533"/>
            <a:chOff x="5200427" y="4153037"/>
            <a:chExt cx="1743694" cy="451533"/>
          </a:xfrm>
        </p:grpSpPr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9094E7A8-C016-4D21-9A84-9AED005593D6}"/>
                </a:ext>
              </a:extLst>
            </p:cNvPr>
            <p:cNvCxnSpPr>
              <a:stCxn id="27" idx="0"/>
              <a:endCxn id="28" idx="2"/>
            </p:cNvCxnSpPr>
            <p:nvPr/>
          </p:nvCxnSpPr>
          <p:spPr>
            <a:xfrm rot="16200000" flipV="1">
              <a:off x="5416354" y="3937110"/>
              <a:ext cx="451532" cy="883386"/>
            </a:xfrm>
            <a:prstGeom prst="bentConnector3">
              <a:avLst/>
            </a:prstGeom>
            <a:ln>
              <a:solidFill>
                <a:srgbClr val="808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9D643A18-0751-44D0-8A51-3FAF799F08CA}"/>
                </a:ext>
              </a:extLst>
            </p:cNvPr>
            <p:cNvCxnSpPr>
              <a:cxnSpLocks/>
              <a:stCxn id="27" idx="0"/>
              <a:endCxn id="29" idx="2"/>
            </p:cNvCxnSpPr>
            <p:nvPr/>
          </p:nvCxnSpPr>
          <p:spPr>
            <a:xfrm rot="5400000" flipH="1" flipV="1">
              <a:off x="6288201" y="3948649"/>
              <a:ext cx="451532" cy="86030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808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359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372DEB-0AF3-4CED-A366-408906F4437B}"/>
              </a:ext>
            </a:extLst>
          </p:cNvPr>
          <p:cNvSpPr/>
          <p:nvPr/>
        </p:nvSpPr>
        <p:spPr>
          <a:xfrm>
            <a:off x="4993847" y="2051618"/>
            <a:ext cx="2204305" cy="90747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Fossil route with CCS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E62ACCF-7C7E-4628-99C8-F3DDA5CE2B73}"/>
              </a:ext>
            </a:extLst>
          </p:cNvPr>
          <p:cNvCxnSpPr>
            <a:endCxn id="4" idx="1"/>
          </p:cNvCxnSpPr>
          <p:nvPr/>
        </p:nvCxnSpPr>
        <p:spPr>
          <a:xfrm>
            <a:off x="3722255" y="2505354"/>
            <a:ext cx="1271592" cy="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911F1EB7-6B75-43AD-9E53-19F52E0BE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9855" y="2316586"/>
            <a:ext cx="152400" cy="66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E9D3A7-69E8-4314-A3FB-95D23AC5DE4D}"/>
              </a:ext>
            </a:extLst>
          </p:cNvPr>
          <p:cNvSpPr txBox="1"/>
          <p:nvPr/>
        </p:nvSpPr>
        <p:spPr>
          <a:xfrm>
            <a:off x="3674123" y="2211425"/>
            <a:ext cx="1293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Natural gas feed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4C549E-A58D-4EEE-8B08-69AA40690FFB}"/>
              </a:ext>
            </a:extLst>
          </p:cNvPr>
          <p:cNvSpPr txBox="1"/>
          <p:nvPr/>
        </p:nvSpPr>
        <p:spPr>
          <a:xfrm>
            <a:off x="5476723" y="1465011"/>
            <a:ext cx="1293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Grid electricity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126A3E-6FBA-4AB0-87D9-2B1F5B33F525}"/>
              </a:ext>
            </a:extLst>
          </p:cNvPr>
          <p:cNvCxnSpPr>
            <a:cxnSpLocks/>
          </p:cNvCxnSpPr>
          <p:nvPr/>
        </p:nvCxnSpPr>
        <p:spPr>
          <a:xfrm>
            <a:off x="5283200" y="1163098"/>
            <a:ext cx="0" cy="880826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81E4A045-CDF3-40ED-885B-88F547A63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2815" y="1570172"/>
            <a:ext cx="152400" cy="6667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95230B5-8106-46F2-8B07-BC4031ED3863}"/>
              </a:ext>
            </a:extLst>
          </p:cNvPr>
          <p:cNvCxnSpPr>
            <a:cxnSpLocks/>
          </p:cNvCxnSpPr>
          <p:nvPr/>
        </p:nvCxnSpPr>
        <p:spPr>
          <a:xfrm>
            <a:off x="6793781" y="1170792"/>
            <a:ext cx="0" cy="880826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6CFBB9A-9737-43AC-B08D-944113990342}"/>
              </a:ext>
            </a:extLst>
          </p:cNvPr>
          <p:cNvSpPr txBox="1"/>
          <p:nvPr/>
        </p:nvSpPr>
        <p:spPr>
          <a:xfrm>
            <a:off x="7004196" y="1470685"/>
            <a:ext cx="1293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Other utilities (</a:t>
            </a:r>
            <a:r>
              <a:rPr lang="en-GB" sz="1200" i="1" dirty="0"/>
              <a:t>e.g.</a:t>
            </a:r>
            <a:r>
              <a:rPr lang="en-GB" sz="1200" dirty="0"/>
              <a:t>, cooling water, catalysts)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20DCCC0-4B79-4028-8C81-0FD4DCD336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96675" y="1564786"/>
            <a:ext cx="152400" cy="66675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75CBC8-C47A-4DE4-83FE-97176723E153}"/>
              </a:ext>
            </a:extLst>
          </p:cNvPr>
          <p:cNvCxnSpPr>
            <a:cxnSpLocks/>
          </p:cNvCxnSpPr>
          <p:nvPr/>
        </p:nvCxnSpPr>
        <p:spPr>
          <a:xfrm>
            <a:off x="7198152" y="2488424"/>
            <a:ext cx="596044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2F585D8-9622-4C30-ADB9-7E2F4537CA76}"/>
              </a:ext>
            </a:extLst>
          </p:cNvPr>
          <p:cNvSpPr txBox="1"/>
          <p:nvPr/>
        </p:nvSpPr>
        <p:spPr>
          <a:xfrm>
            <a:off x="7380632" y="2525655"/>
            <a:ext cx="1293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Direct emissions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6737775-4D59-408C-A2C8-38BD9CFE5D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6724" y="2630816"/>
            <a:ext cx="152400" cy="6667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3AC34240-BA97-45B7-B88C-35B2F38FB645}"/>
              </a:ext>
            </a:extLst>
          </p:cNvPr>
          <p:cNvGrpSpPr/>
          <p:nvPr/>
        </p:nvGrpSpPr>
        <p:grpSpPr>
          <a:xfrm>
            <a:off x="6173091" y="3057283"/>
            <a:ext cx="1474505" cy="276999"/>
            <a:chOff x="5218548" y="4901183"/>
            <a:chExt cx="1655041" cy="27699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E6C058F-246F-4158-9158-5CE3633EB267}"/>
                </a:ext>
              </a:extLst>
            </p:cNvPr>
            <p:cNvSpPr txBox="1"/>
            <p:nvPr/>
          </p:nvSpPr>
          <p:spPr>
            <a:xfrm>
              <a:off x="5318408" y="4901183"/>
              <a:ext cx="15551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Natural gas utilities</a:t>
              </a: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82C52250-BD1D-4E7B-AFDB-CDD6C8A6C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218548" y="5006344"/>
              <a:ext cx="152400" cy="66675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08A3AD9-72BD-4A89-BF97-D5A48E87CDAA}"/>
              </a:ext>
            </a:extLst>
          </p:cNvPr>
          <p:cNvSpPr txBox="1"/>
          <p:nvPr/>
        </p:nvSpPr>
        <p:spPr>
          <a:xfrm>
            <a:off x="5617764" y="4604569"/>
            <a:ext cx="932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Natural gas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D2E0690-E00C-4236-BDDD-AED32C3735A5}"/>
              </a:ext>
            </a:extLst>
          </p:cNvPr>
          <p:cNvSpPr/>
          <p:nvPr/>
        </p:nvSpPr>
        <p:spPr>
          <a:xfrm>
            <a:off x="4570841" y="3540024"/>
            <a:ext cx="1259172" cy="6130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Heat</a:t>
            </a:r>
          </a:p>
          <a:p>
            <a:pPr algn="ctr"/>
            <a:r>
              <a:rPr lang="en-GB" sz="1200" dirty="0"/>
              <a:t>production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84C0BD7-46A4-458B-B6B5-A3A5F1C0ECFB}"/>
              </a:ext>
            </a:extLst>
          </p:cNvPr>
          <p:cNvSpPr/>
          <p:nvPr/>
        </p:nvSpPr>
        <p:spPr>
          <a:xfrm>
            <a:off x="6314536" y="3540024"/>
            <a:ext cx="1259172" cy="6130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Electricity production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48AEDF2-C81F-40B2-A1FE-98CCE4040071}"/>
              </a:ext>
            </a:extLst>
          </p:cNvPr>
          <p:cNvSpPr/>
          <p:nvPr/>
        </p:nvSpPr>
        <p:spPr>
          <a:xfrm>
            <a:off x="4133765" y="3368350"/>
            <a:ext cx="3924466" cy="2838481"/>
          </a:xfrm>
          <a:prstGeom prst="roundRect">
            <a:avLst/>
          </a:prstGeom>
          <a:noFill/>
          <a:ln>
            <a:solidFill>
              <a:srgbClr val="80808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C6D576A-E7B2-479A-8A26-5AE99CFA30BD}"/>
              </a:ext>
            </a:extLst>
          </p:cNvPr>
          <p:cNvCxnSpPr>
            <a:cxnSpLocks/>
            <a:stCxn id="30" idx="0"/>
            <a:endCxn id="4" idx="2"/>
          </p:cNvCxnSpPr>
          <p:nvPr/>
        </p:nvCxnSpPr>
        <p:spPr>
          <a:xfrm flipV="1">
            <a:off x="6095998" y="2959091"/>
            <a:ext cx="2" cy="409259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EBA2E1-1762-41AA-ABD3-849B6E5C3EF9}"/>
              </a:ext>
            </a:extLst>
          </p:cNvPr>
          <p:cNvSpPr txBox="1"/>
          <p:nvPr/>
        </p:nvSpPr>
        <p:spPr>
          <a:xfrm>
            <a:off x="5496929" y="5830284"/>
            <a:ext cx="1259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Direct emissions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8A174A4-4F0B-4C8B-B43E-54E7536D6576}"/>
              </a:ext>
            </a:extLst>
          </p:cNvPr>
          <p:cNvSpPr/>
          <p:nvPr/>
        </p:nvSpPr>
        <p:spPr>
          <a:xfrm>
            <a:off x="5494120" y="5033359"/>
            <a:ext cx="1259172" cy="6130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Carbon capture and storage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EA6DB7E-D27D-400F-88FC-31A9B2E7089B}"/>
              </a:ext>
            </a:extLst>
          </p:cNvPr>
          <p:cNvGrpSpPr/>
          <p:nvPr/>
        </p:nvGrpSpPr>
        <p:grpSpPr>
          <a:xfrm>
            <a:off x="5200427" y="4153037"/>
            <a:ext cx="1743694" cy="451533"/>
            <a:chOff x="5200427" y="4153037"/>
            <a:chExt cx="1743694" cy="451533"/>
          </a:xfrm>
        </p:grpSpPr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3A7B75B2-235A-4BE0-8241-34FB1AC994CD}"/>
                </a:ext>
              </a:extLst>
            </p:cNvPr>
            <p:cNvCxnSpPr/>
            <p:nvPr/>
          </p:nvCxnSpPr>
          <p:spPr>
            <a:xfrm rot="16200000" flipV="1">
              <a:off x="5416354" y="3937110"/>
              <a:ext cx="451532" cy="883386"/>
            </a:xfrm>
            <a:prstGeom prst="bentConnector3">
              <a:avLst/>
            </a:prstGeom>
            <a:ln>
              <a:solidFill>
                <a:srgbClr val="808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16F713B1-724C-44AE-A835-B6DB2599FA2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288201" y="3948649"/>
              <a:ext cx="451532" cy="86030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808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95E6AA3-7C9C-4FC4-B421-E71420A2BC5D}"/>
              </a:ext>
            </a:extLst>
          </p:cNvPr>
          <p:cNvCxnSpPr>
            <a:endCxn id="32" idx="1"/>
          </p:cNvCxnSpPr>
          <p:nvPr/>
        </p:nvCxnSpPr>
        <p:spPr>
          <a:xfrm rot="16200000" flipH="1">
            <a:off x="4532008" y="4377754"/>
            <a:ext cx="1186830" cy="737393"/>
          </a:xfrm>
          <a:prstGeom prst="bentConnector2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693F0BC6-6F42-42C5-B4F2-306AD03E726D}"/>
              </a:ext>
            </a:extLst>
          </p:cNvPr>
          <p:cNvCxnSpPr>
            <a:cxnSpLocks/>
            <a:endCxn id="32" idx="3"/>
          </p:cNvCxnSpPr>
          <p:nvPr/>
        </p:nvCxnSpPr>
        <p:spPr>
          <a:xfrm rot="5400000">
            <a:off x="6474330" y="4424745"/>
            <a:ext cx="1194084" cy="636159"/>
          </a:xfrm>
          <a:prstGeom prst="bentConnector2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FF9F0F-108E-4E9B-8B7C-013C5F64CFAE}"/>
              </a:ext>
            </a:extLst>
          </p:cNvPr>
          <p:cNvCxnSpPr>
            <a:cxnSpLocks/>
            <a:stCxn id="32" idx="2"/>
            <a:endCxn id="49" idx="0"/>
          </p:cNvCxnSpPr>
          <p:nvPr/>
        </p:nvCxnSpPr>
        <p:spPr>
          <a:xfrm>
            <a:off x="6123706" y="5646372"/>
            <a:ext cx="2809" cy="183912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541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Nabera  Abhinandan</dc:creator>
  <cp:lastModifiedBy>Nabera  Abhinandan</cp:lastModifiedBy>
  <cp:revision>4</cp:revision>
  <dcterms:created xsi:type="dcterms:W3CDTF">2024-01-03T13:18:25Z</dcterms:created>
  <dcterms:modified xsi:type="dcterms:W3CDTF">2024-01-03T13:52:18Z</dcterms:modified>
</cp:coreProperties>
</file>